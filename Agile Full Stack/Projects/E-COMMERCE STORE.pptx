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86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2" d="100"/>
          <a:sy n="62" d="100"/>
        </p:scale>
        <p:origin x="64" y="2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600E-4CFB-8704-7B82-DD70D7DCA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E6AEA-6295-263C-E0A8-EEF30D723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7280B-A2D0-03B3-342E-6D26DA80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4993E-E839-79EE-C1E3-64067601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ED633-D119-28EE-64FD-B94AD1D3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559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4CE2-127A-6E8F-EE5D-79EABE0D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07346-0974-7E82-A186-ADAFC0FB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66AD5-5BD5-3E04-F39D-E96A4FE3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1A18B-1DD0-994A-ED53-AAA666BF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B9A38-2773-9341-EE3F-08ED37C1B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6650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4DE0-2108-5A81-48AC-8835E0C3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0016-CC2E-CA38-39C7-4CFA83FC9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96055-FAF7-0EA3-FDB0-ADED0621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88B7E-6DB6-3DE9-F146-2EF30B05F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2D85F-90C3-7B66-3678-34CE1A34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4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8282-3801-BFE1-62A2-859BF254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489E4-4C6E-51C5-AA92-6CBE30314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7A6CB-A777-A7DF-A44B-977518B8B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EF38-5FBD-5B7D-DF05-6376037D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538DB-FE41-24B4-499A-A40E1AC1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6B98B-8CCD-4068-6F83-63E64E97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0338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8365-7AD5-4B39-E506-175E1DC2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4705C-23EF-27FF-6627-145BF24D0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55F966-DB7A-7187-F790-B6BA0E482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74B5C-AA05-9223-3E40-67127821D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9F7C7-4EBA-2084-EECE-DD22CD32B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32B043-35E5-2F2B-88D4-48963101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8D9ABA-7E23-D473-3339-6EE427F9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03C5F-F024-800B-CAEC-A5B62568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265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4114-CB31-A29A-7BFA-B2F12AD39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EC362-6693-B260-BAE1-B7E4CA45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BDB7A-362A-16A7-4F1F-CD5CE668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7365B-FDB3-D0FA-A801-8AE73894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806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6B5D0-D82E-707E-69E4-1018417D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9996D-EA2A-B46B-60AF-80A97FEB0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35A6C-B5B4-B94B-FEAF-7039B3BD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356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B785-B9D1-B3B4-A04E-9699D012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BEEC0-3804-49C3-75B4-D071660E0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4E936-7DFE-6D25-6E03-B209B0939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49FB-7C2F-3F6D-E317-25C068FB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E1E5F-35AF-B93A-2199-452C0F92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2DD9B-FC78-474F-3C21-F1C7796E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617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FF642-5FC2-AD2F-3F92-42E65477F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9DCA5A-B3C9-2739-C447-1979DD55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93D03-2518-D866-F22F-62D801D0F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13D8F-6696-E28F-81A9-5D88B8CE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C4B62-54A4-BC42-1717-041CF735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FDD36-F1E3-3F95-6217-7AACF584E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533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C1B3-30FE-FBC9-D901-D294CEAA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61EEE-5225-17D2-BEAE-788F94572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4E2FD-2D27-FFCB-7E5F-678B9956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ADAC3-8E66-C2EE-578B-4381207C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DDB40-30E6-1DE1-BB36-DE6C221F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3077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E870DD-FA92-D7E8-E66E-5FFCDDF30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FCB78-7F84-9DB6-4FB1-285C782D5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CA726-7E68-4681-6508-EFD2834A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81F4-96E4-515F-6056-AE17AAD9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F3068-60B2-FA44-BA89-7F4063FD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756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6A228-1668-C7EC-EB87-EB719E835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79B1D-8D6D-F523-8A61-4E5577017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6DF58-5678-F82E-DC86-2CD0168BB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C012D-C5D9-4584-BF64-262524D5B27F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1EA91-BC4E-1597-F961-287EDB2BF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70676-FF3B-E1C7-4302-91043D8C5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4E0B3D-6CCD-47A0-AE1D-22C633DDED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091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8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EA71-5405-B306-7AE7-CC7EFCC8D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013" y="1122363"/>
            <a:ext cx="10972799" cy="2387600"/>
          </a:xfrm>
        </p:spPr>
        <p:txBody>
          <a:bodyPr>
            <a:normAutofit/>
          </a:bodyPr>
          <a:lstStyle/>
          <a:p>
            <a:r>
              <a:rPr lang="en-CA" sz="8800" dirty="0">
                <a:solidFill>
                  <a:schemeClr val="bg1"/>
                </a:solidFill>
              </a:rPr>
              <a:t>E-COMMERCE STORE</a:t>
            </a:r>
            <a:endParaRPr lang="en-CA" sz="8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7F0DE-1EF5-11B4-3D6A-3E9A52754CB3}"/>
              </a:ext>
            </a:extLst>
          </p:cNvPr>
          <p:cNvSpPr txBox="1"/>
          <p:nvPr/>
        </p:nvSpPr>
        <p:spPr>
          <a:xfrm>
            <a:off x="1202076" y="3842655"/>
            <a:ext cx="1000703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TECHNOLOGY STACK:</a:t>
            </a:r>
            <a:br>
              <a:rPr lang="en-CA" sz="2400" b="1" dirty="0">
                <a:solidFill>
                  <a:schemeClr val="bg1"/>
                </a:solidFill>
              </a:rPr>
            </a:br>
            <a:r>
              <a:rPr lang="en-CA" sz="2400" b="1" dirty="0">
                <a:solidFill>
                  <a:schemeClr val="bg1"/>
                </a:solidFill>
              </a:rPr>
              <a:t>Ruby, Rails, ActiveAdmin, Bootstrap, Scss, Devise,  Kaminari, image_processing, PostgreSQL, ImageMagick, AWS S3, AWS EC2, Terraform, Stripe, Docker, Cypress (E2E Test), GitHub CI/CD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2694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1A88FBFD-F63F-FD50-AAF6-A49A0ACE32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9" y="0"/>
            <a:ext cx="10382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8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green and white website&#10;&#10;AI-generated content may be incorrect.">
            <a:extLst>
              <a:ext uri="{FF2B5EF4-FFF2-40B4-BE49-F238E27FC236}">
                <a16:creationId xmlns:a16="http://schemas.microsoft.com/office/drawing/2014/main" id="{EE004D4A-8C9E-32FE-F44E-3E58775A3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68" y="0"/>
            <a:ext cx="10258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8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C5EB25-4C36-E580-256B-963B23570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52" y="0"/>
            <a:ext cx="9855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2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0D0A41-DC15-F986-2311-C87ACD868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40" y="0"/>
            <a:ext cx="10383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6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A66DF1-C717-30C2-F234-E785BA5B7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27" y="0"/>
            <a:ext cx="10494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8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CAA548-1FA2-6338-C660-466B94D6B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08" y="0"/>
            <a:ext cx="10387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9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48D607-AE85-C20E-2B97-90938543E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93" y="0"/>
            <a:ext cx="103930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3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FB96C2-AEAB-ED16-2E82-C6C2361A7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19" y="0"/>
            <a:ext cx="10337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3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7D8E63-057A-8266-9D35-7AB638A83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79" y="0"/>
            <a:ext cx="10345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1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5E86C5-7FAF-0153-EF5F-C960688C6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" y="0"/>
            <a:ext cx="10398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80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D912DA-49CE-BDD0-06E9-AAD35A542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27" y="0"/>
            <a:ext cx="10405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8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30B4E87A-BA0E-FD0A-0834-9CBF2549C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33" y="0"/>
            <a:ext cx="102341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0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EE208A-7B59-BD80-7D42-578648CEA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84" y="0"/>
            <a:ext cx="10389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364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5DD7DB-3586-8DF8-BC5E-A276DA3C2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04" y="0"/>
            <a:ext cx="1034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3EEB91-67E0-10C9-F9DB-BF27B8604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65" y="0"/>
            <a:ext cx="104804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06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8C6B1A-6994-109A-5E2C-18B954D22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0"/>
            <a:ext cx="1130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47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C9E563-383B-AD8E-54C3-B3F00C510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47" y="0"/>
            <a:ext cx="10945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82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E8A81A-9EDB-D82B-70FF-E69B0B898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62" y="0"/>
            <a:ext cx="11140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27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62ECF5-A3D3-3597-AE64-8AF6C72D1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71" y="0"/>
            <a:ext cx="11763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73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316D33A2-F21C-F47E-DA49-67313131A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19" y="0"/>
            <a:ext cx="11822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32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49</Words>
  <Application>Microsoft Office PowerPoint</Application>
  <PresentationFormat>Widescreen</PresentationFormat>
  <Paragraphs>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E-COMMERCE STORE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Li</dc:creator>
  <cp:lastModifiedBy>Felix Li</cp:lastModifiedBy>
  <cp:revision>1</cp:revision>
  <dcterms:created xsi:type="dcterms:W3CDTF">2025-11-27T16:46:44Z</dcterms:created>
  <dcterms:modified xsi:type="dcterms:W3CDTF">2025-11-27T17:27:33Z</dcterms:modified>
</cp:coreProperties>
</file>